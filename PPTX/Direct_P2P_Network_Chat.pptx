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6F0"/>
    <a:srgbClr val="F6F7EF"/>
    <a:srgbClr val="F3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4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FE4DA-73FB-4F1B-8009-A3AA6EB4295F}" type="datetimeFigureOut">
              <a:rPr lang="en-US" smtClean="0"/>
              <a:t>18/4/2026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3D771-F798-4789-94F6-15C34171F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4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3D771-F798-4789-94F6-15C34171FC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88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20C018-705E-668E-42B4-84D26BFEE8C7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B0CD68-E94C-686C-E5CD-C1674F1DCA44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F3A9BC-411C-AA27-42CF-BABA40B6FD59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C4BBB76-18B2-840A-82C2-9C01CD0E1C6A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D2469F-E8A3-E5E7-EAE5-D4E7B9319AB3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15B90B-054B-CD78-7732-BD8C58D74AFD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C1845D-6C2D-6F8F-8B4E-EEC379C91901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2DCE51-0D20-2C17-7538-A77DE2101818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44FDE9F-13A3-0ACD-EC30-DF744DD744F2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9852A-C22E-C4FF-7097-56E858CAB0D8}"/>
              </a:ext>
            </a:extLst>
          </p:cNvPr>
          <p:cNvSpPr/>
          <p:nvPr/>
        </p:nvSpPr>
        <p:spPr>
          <a:xfrm>
            <a:off x="9499600" y="7162800"/>
            <a:ext cx="838200" cy="381000"/>
          </a:xfrm>
          <a:prstGeom prst="rect">
            <a:avLst/>
          </a:prstGeom>
          <a:solidFill>
            <a:srgbClr val="F5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8EC180-8828-7483-DCB7-4E0190B5CBF4}"/>
              </a:ext>
            </a:extLst>
          </p:cNvPr>
          <p:cNvSpPr/>
          <p:nvPr/>
        </p:nvSpPr>
        <p:spPr>
          <a:xfrm>
            <a:off x="5994400" y="7431506"/>
            <a:ext cx="959852" cy="381000"/>
          </a:xfrm>
          <a:prstGeom prst="rect">
            <a:avLst/>
          </a:prstGeom>
          <a:solidFill>
            <a:srgbClr val="F6F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81780F-5639-0EDA-D957-53AEEE6147A5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C50969-2E99-2C04-5FF6-72E7EA9B67D4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</Words>
  <Application>Microsoft Office PowerPoint</Application>
  <PresentationFormat>Custom</PresentationFormat>
  <Paragraphs>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Gia Huy</cp:lastModifiedBy>
  <cp:revision>2</cp:revision>
  <dcterms:created xsi:type="dcterms:W3CDTF">2006-08-16T00:00:00Z</dcterms:created>
  <dcterms:modified xsi:type="dcterms:W3CDTF">2026-04-18T05:47:06Z</dcterms:modified>
</cp:coreProperties>
</file>