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B27C6-0394-62CB-0DD9-FE7AF71F6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0EAAE-D626-2E3E-1013-326EA08200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BE928-952D-4F09-73AD-DFC749109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EB030-EAD6-DC23-7727-16450318D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5B867-95F0-72AD-5475-2A0E7CF2D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9645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C324E-0C2B-BD56-07CB-31CCF410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A990A-ED30-2DD5-FC74-1063FAF83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889498-6804-4345-8C3B-DF162D7C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2FD74-2F6B-86EF-DFB0-9A04F9E8E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086BC-8011-B57A-9EF1-0CCBFFAE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64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D5B9-BDA6-5810-AD1C-7656B1CFF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0D655-F673-BE3C-8BB2-E258AC475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2C3610-138E-89EE-0F31-7691B595C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6853-15BE-0D5E-2B3C-960904071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4812C-D3F8-A70C-BB30-8EC645B0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619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6FC24-0A85-E2D6-9B13-5E959B885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1B452-BB0F-335E-8FC5-341A8A9BE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1DFE3-57C4-0DEB-1074-77B4B0E8D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472DE-9CBD-6D68-183C-D8363BE94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D0C30-A4C5-00EA-1A18-02E37F94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180E5-B5CC-66EB-1232-F68B6CDD0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897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6B558-3AAB-2083-86AC-81BAADD86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90C20-43C8-B062-520B-AE141761D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7EDC4-47ED-C9F6-39C0-76D05FE4EE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39F871-E95D-A4B5-52C8-A4AC366DB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A75787-BB64-71FA-033A-920B898BD6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69DF4D-F6FC-8834-6720-27BB75DA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0C7B6-0E49-CD05-E4FC-F99B1FA6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36B15F-EF23-CB12-750D-5B46ACCB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8109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B728-E978-F2A8-A784-C1F819959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9F07BC-2828-36A4-A40F-F3B3857F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095123-7B59-DD5E-24BF-B0A0505EB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E7C24-1C87-5F40-BA0D-46460262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088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9A9EDC-F368-277C-525B-0D5ECB6E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F13EC-27DE-8C9F-8B75-634826688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332231-C679-8A7A-1D60-EB69CD93E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2976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C2BB1-7FAB-8BFE-A6A2-0CAB6FF6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4CF7A-89B4-D7D2-35E2-16F73EF18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DF8EB-5DBA-3189-4CA7-E35054BDA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DF9D0-1644-D191-5AFF-1D306B4DC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1898D-3BB3-728E-089A-E2E513A2E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029A8-BACC-B5DA-E0EE-755AA1469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5797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4CEC-4FA2-3737-A9B8-0432F9F6A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71EE3B-E64C-0762-7837-1FA7F8D77D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9B54B-FA46-3664-2529-F7AEE7D05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D6089D-3766-E056-B4DB-493B6C36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DD1E54-75C9-95E4-18FC-F84D51FD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4D963-9A96-1715-906E-E730308D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178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A519-6013-7213-EDBC-FC890D865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67BD1-B8D3-5334-0830-7E558F0C4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9CFF9-14DF-5A99-30C5-9939465AE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FAABE-FF0E-D288-B9F4-55861145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86518-8FBF-9ECF-5DAA-09E1715A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196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979D1-1CE1-42FF-C0DA-8585EF83F1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240FD-CD62-875B-A147-14DB79234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E5B2D-4D79-4715-EDC0-ADE998D4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DE992-BD0A-86C3-8E3A-1F6488AB2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FAD45-C46B-FEA6-880A-A6FF73E2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729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E7C777-E0B8-2B4A-3FA2-6454AAF6A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845E2-BF45-6C85-8470-8919F5D269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925FD-E4F5-49F1-888C-231B8B676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B4EF6C-52C7-4E26-AC56-2DE6601E0F39}" type="datetimeFigureOut">
              <a:rPr lang="en-GB" smtClean="0"/>
              <a:t>13/03/2026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90F67-16E4-9E9B-0253-7BF72B525C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D953-7CEB-3B2B-4A8F-3538B3D48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6E2198-21EE-4AC5-B145-EEFD1E82D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461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9AE3-C47B-02D5-80EE-C2CEA4D2BD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48B5C-1FC1-13A8-0A1A-B62CB231B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91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Nguyễn Đăng</dc:creator>
  <cp:lastModifiedBy>Nguyễn Đăng</cp:lastModifiedBy>
  <cp:revision>1</cp:revision>
  <dcterms:created xsi:type="dcterms:W3CDTF">2026-03-13T11:08:02Z</dcterms:created>
  <dcterms:modified xsi:type="dcterms:W3CDTF">2026-03-13T11:08:33Z</dcterms:modified>
</cp:coreProperties>
</file>